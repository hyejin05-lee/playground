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8E778-1CEF-3524-A78F-BDEF8B0AC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EDE425-E1C2-3676-ADB7-DE86AD4DD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1FA57-EB53-789D-5DFF-4649F552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8A49F-9FC9-1638-FCC0-5166CC69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6712C7-2FB3-B2D8-81F4-D3725DB6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1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E8B-EBB1-41CF-0744-91BD5A07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112BE0-4DB2-94E5-3873-D909A79A9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17B68-6540-65EC-36B3-9273CEB2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303E8-3919-CE38-7B63-F6E54DBB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13275-C4F4-3055-F6BF-EE169FE8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74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7DDC2-F334-AE8F-63EE-167781F8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89B2E4-2BD2-72D0-AC6B-ABC41B06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DF7DEA-1FE8-8BB3-8CFF-530CFC6D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BD43E-5375-92D7-CC8B-2B6025F7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BDCDE-6E56-E731-F8BC-9BE483D6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57347-753E-7EEF-9D4B-3258725E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D3A71-EDCB-F93D-F345-7FDB8AD3A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E58AA0-72D9-4BB5-3A59-FBEDAE665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B80AF5-8847-5E3E-F622-BECA40CF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EADBD3-C347-B91C-AE55-84F48ABE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6EAFBB-4A26-D840-2519-72D18BF9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2EB64-02DC-74D2-0076-C9446A4E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84331-9D9C-9FA8-8232-6B1590B0B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F875F8-BDC9-E8EF-5721-66FE7ADD5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9B98D7-EC15-8DA6-6725-4B7430CD2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2FAD6B-313D-37A4-D93A-04700C193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394C6B-7A13-BD4C-40E3-5B091C7E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8647DB-9AD2-55B0-15F9-23E9A352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0FC353-28E0-F5E7-79A5-59C29AAB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39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A95B7-3760-D103-D296-5F35EFBF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F242AD-D100-DF36-BEE6-F6032126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7D157F-E99D-923E-72EC-E3BAE7A7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DA1A95-E157-69CC-DA7F-B08E6F70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2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F3E22C-5FD8-D1DC-EB72-5F0AB33A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38ACAD-AC00-A66B-A934-DA0C6DC8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2048C-0B08-C4B7-DCFB-BA312E94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91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4E82E-42A2-BF25-44C6-66DF4FDE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2E313-1F39-70F5-0CAC-8595C73D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851493-6A5E-2E81-EEBB-8552B079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6760D-2E7A-BDBD-6811-A3EE4BDE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420476-D745-1CB3-B0EC-838BD6CD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1B52FE-65E3-F3C6-EA21-8936BC31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22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DC258-7301-EE33-7129-3677745E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976B7D-555C-1D4C-EF77-24A670E60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2DDE11-2456-C2DD-3F26-AA249F362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40C24-2FC9-BA6F-3502-E6CB255F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8DFA-1E45-39FC-0226-8E01D24F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F6C0D9-FD73-F317-915E-36100D81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02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AE2E1-7331-05A9-C0BD-B2CC03EF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59F378-54D8-2606-6F45-295E92F56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CEB4D4-274C-A829-A586-FCCC9929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1C7E85-B51F-5BA0-BF6E-1B21BE4D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1A948-5BE6-7C93-4197-089BD989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8B6DC7-3133-0F25-76D9-E8745C26C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FE41D1-5DD2-0790-383D-D2A657C8B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50390-2FF6-28FF-EDF3-CFD35679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0E27F-E0FD-1671-520C-C6E87634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BB9E4-F3B4-2DD5-FE15-9263E1AC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22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827EA3-039C-3737-0DE8-44D68D93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DB93AA-3FE6-7338-7B85-1CCA8DB56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1FBF27-44AD-58E2-4FEB-0D862DBDB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62C8F-8848-4A6C-9B29-D16F54DB209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B6FF4-BD81-0828-73CE-7AD7242DB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328D8-3710-A174-3FD6-495A9E13B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3D561-83FE-4DF6-8A86-271BD374E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6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D82010-0277-4B44-C85E-2F80885F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13"/>
            <a:ext cx="12192000" cy="6798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ACF97A-19AC-5E59-292F-D5C2BD7CC9BA}"/>
              </a:ext>
            </a:extLst>
          </p:cNvPr>
          <p:cNvSpPr txBox="1"/>
          <p:nvPr/>
        </p:nvSpPr>
        <p:spPr>
          <a:xfrm>
            <a:off x="10692872" y="1511106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Detailed_Design.md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533A2-E263-CF5F-65EF-8F6765880A78}"/>
              </a:ext>
            </a:extLst>
          </p:cNvPr>
          <p:cNvSpPr txBox="1"/>
          <p:nvPr/>
        </p:nvSpPr>
        <p:spPr>
          <a:xfrm>
            <a:off x="7238472" y="1653989"/>
            <a:ext cx="24160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Candidate_Design_Architecture.md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D53FB-6498-4240-0D64-E5EBA5C5C545}"/>
              </a:ext>
            </a:extLst>
          </p:cNvPr>
          <p:cNvSpPr txBox="1"/>
          <p:nvPr/>
        </p:nvSpPr>
        <p:spPr>
          <a:xfrm>
            <a:off x="5346436" y="2039844"/>
            <a:ext cx="13981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Domain_Model.md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02DAD-3D80-B0EF-EC8F-506C7C1F9EF1}"/>
              </a:ext>
            </a:extLst>
          </p:cNvPr>
          <p:cNvSpPr txBox="1"/>
          <p:nvPr/>
        </p:nvSpPr>
        <p:spPr>
          <a:xfrm>
            <a:off x="5086749" y="2416418"/>
            <a:ext cx="17588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Architectural_Drivers.md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9B3D7-D79C-5F8F-BB9B-109DCE79025A}"/>
              </a:ext>
            </a:extLst>
          </p:cNvPr>
          <p:cNvSpPr txBox="1"/>
          <p:nvPr/>
        </p:nvSpPr>
        <p:spPr>
          <a:xfrm>
            <a:off x="6959071" y="2115421"/>
            <a:ext cx="282962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CDA_Evaluation_and_Design_Decision.md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A2883C-CC51-D676-C3B1-924646FA0BE3}"/>
              </a:ext>
            </a:extLst>
          </p:cNvPr>
          <p:cNvSpPr txBox="1"/>
          <p:nvPr/>
        </p:nvSpPr>
        <p:spPr>
          <a:xfrm>
            <a:off x="7943793" y="2429075"/>
            <a:ext cx="1710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Architecture_Design.md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6F851-3AB9-53BA-25B7-B2F24E87881C}"/>
              </a:ext>
            </a:extLst>
          </p:cNvPr>
          <p:cNvSpPr txBox="1"/>
          <p:nvPr/>
        </p:nvSpPr>
        <p:spPr>
          <a:xfrm>
            <a:off x="9675962" y="2415603"/>
            <a:ext cx="24945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7030A0"/>
                </a:solidFill>
              </a:rPr>
              <a:t>Architecture_Verification_Report.md</a:t>
            </a:r>
            <a:endParaRPr lang="ko-KR" altLang="en-US" sz="105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806CA-0E47-BCC0-6988-13B2EE07384E}"/>
              </a:ext>
            </a:extLst>
          </p:cNvPr>
          <p:cNvSpPr txBox="1"/>
          <p:nvPr/>
        </p:nvSpPr>
        <p:spPr>
          <a:xfrm>
            <a:off x="1426720" y="1680340"/>
            <a:ext cx="2221524" cy="200055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A27EF-109E-8DD5-165F-1731932281B6}"/>
              </a:ext>
            </a:extLst>
          </p:cNvPr>
          <p:cNvSpPr txBox="1"/>
          <p:nvPr/>
        </p:nvSpPr>
        <p:spPr>
          <a:xfrm>
            <a:off x="5407269" y="2032150"/>
            <a:ext cx="1337307" cy="261610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0CEFB7-8585-509A-9E54-EC5456FDB357}"/>
              </a:ext>
            </a:extLst>
          </p:cNvPr>
          <p:cNvSpPr txBox="1"/>
          <p:nvPr/>
        </p:nvSpPr>
        <p:spPr>
          <a:xfrm>
            <a:off x="5086749" y="2411235"/>
            <a:ext cx="1710725" cy="261610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C0A7A-577E-C4D2-F99E-A2FED1511245}"/>
              </a:ext>
            </a:extLst>
          </p:cNvPr>
          <p:cNvSpPr txBox="1"/>
          <p:nvPr/>
        </p:nvSpPr>
        <p:spPr>
          <a:xfrm>
            <a:off x="7238472" y="1641911"/>
            <a:ext cx="2318766" cy="261610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CA5A4F-E675-06DD-1C23-001A9B909BE6}"/>
              </a:ext>
            </a:extLst>
          </p:cNvPr>
          <p:cNvSpPr txBox="1"/>
          <p:nvPr/>
        </p:nvSpPr>
        <p:spPr>
          <a:xfrm>
            <a:off x="6999076" y="2167209"/>
            <a:ext cx="2720820" cy="151829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BFAEF9-5CEB-9D45-429F-B2E5627069BB}"/>
              </a:ext>
            </a:extLst>
          </p:cNvPr>
          <p:cNvSpPr txBox="1"/>
          <p:nvPr/>
        </p:nvSpPr>
        <p:spPr>
          <a:xfrm>
            <a:off x="7991883" y="2466125"/>
            <a:ext cx="1635990" cy="200055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7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6F5C95-FB9F-5636-246E-C98C5C193E59}"/>
              </a:ext>
            </a:extLst>
          </p:cNvPr>
          <p:cNvSpPr txBox="1"/>
          <p:nvPr/>
        </p:nvSpPr>
        <p:spPr>
          <a:xfrm>
            <a:off x="9702607" y="2456005"/>
            <a:ext cx="2334061" cy="200055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19E5E6-49DE-B20D-0760-C00CB6B9BD62}"/>
              </a:ext>
            </a:extLst>
          </p:cNvPr>
          <p:cNvSpPr txBox="1"/>
          <p:nvPr/>
        </p:nvSpPr>
        <p:spPr>
          <a:xfrm>
            <a:off x="10765280" y="1541883"/>
            <a:ext cx="1357473" cy="200055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ACE52A-DB8E-6C27-1B67-EC2BD623401E}"/>
              </a:ext>
            </a:extLst>
          </p:cNvPr>
          <p:cNvSpPr txBox="1"/>
          <p:nvPr/>
        </p:nvSpPr>
        <p:spPr>
          <a:xfrm>
            <a:off x="1426720" y="2078316"/>
            <a:ext cx="2221524" cy="169277"/>
          </a:xfrm>
          <a:prstGeom prst="rect">
            <a:avLst/>
          </a:prstGeom>
          <a:solidFill>
            <a:schemeClr val="accent5">
              <a:alpha val="34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94749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20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45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 Lee</dc:creator>
  <cp:lastModifiedBy>HJ Lee</cp:lastModifiedBy>
  <cp:revision>3</cp:revision>
  <dcterms:created xsi:type="dcterms:W3CDTF">2026-08-08T21:11:17Z</dcterms:created>
  <dcterms:modified xsi:type="dcterms:W3CDTF">2026-08-13T13:39:33Z</dcterms:modified>
</cp:coreProperties>
</file>